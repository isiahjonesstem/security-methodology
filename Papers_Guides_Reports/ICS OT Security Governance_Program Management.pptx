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8896-A4BF-4A45-9AB2-C56BF766A9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D6145-9D7D-4E3E-A97B-89F5DA1097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CAEF6-CDC2-4201-9161-1DA5EFCF2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12759-5BA0-47F7-9BE5-A8A76310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FE4CA-7756-49F3-9F4D-033F9A9B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34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7C23-4124-4F8D-B9FF-B21E1430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F6E33-DC4A-4CD2-867A-ED347B0B4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88DC2-5C40-424E-A045-1CCABCF2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14A07-149F-4C0A-9A77-F7F76E69E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C6AC1-A89A-4E75-A434-49CF4668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92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1BFA-5C31-4053-BCA6-571C9E90B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1D2C4-6A45-47EA-9BED-F2A689700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D025A-8601-4A56-9477-22D3AAD7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EED4E-98F2-4E41-97D5-7215273C9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B916B-7A1C-4EBB-8C8B-C573B1BC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4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9FDF-98F3-49B4-AB1A-F87E5F239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76A8E-3CA3-4C2B-BCD0-9D13D3D39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BA40E-D736-40F7-8EEC-0D4402639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4EE98-1084-424E-A269-760FDA155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FD9CA2-E1B3-4F48-A714-22B28C019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DF9175-D60A-4C36-839C-46BB252F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4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80A23-DD6C-4719-A78A-CA31503C0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13499C-D7BE-4732-80D4-8B38CE4EA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B4392-EA69-4349-9B95-0B2741D60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012A6-397C-423F-9A78-A1D9B38D2D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53556D-1614-47FA-8123-B624A31C9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E833C4-C98F-4FDC-8AF1-8ACCBC5FE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A4C06B-3E51-47E5-905A-B4F8A5E3C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371C25-4DB8-4B28-B9A6-2E486A870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0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518C-53B9-4D07-BF0C-3D0B336D4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B2725-A8B2-49E7-877A-A936A3A9D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9E872F-E224-4680-A70A-70BAE83F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B4B9C-82E9-4E2B-83F1-78839ECE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418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BF54BD-FCDF-48EC-AEF1-FC17A735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B10FBC-176A-4201-8710-95821A7C2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3D594-1BF0-41E9-B7C5-4C9D23D6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4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36766-DD18-4905-9939-592D521B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37CF1-254B-443C-B3DF-8CA926ADE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457DD-8A74-4390-AEBB-4FEFD55B6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46042-4818-490C-910F-AA70B6D67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84AEC9-2E5E-4CC4-987B-7DFDA848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3DD61-6C73-485A-B607-E9F671B08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48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A7074-F4FF-407C-A7F7-48011894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236D45-9964-4D05-821D-32B313FC9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580CD6-FC58-4800-93F0-F3B7DE5BE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79315-41C9-41A5-9977-43456C3D4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30566-1998-40E0-8963-2C6B6E673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58A71-B784-4C67-B248-36B6B3D4F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75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95DD-58DC-4E56-8C98-D4550213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19CECC-4A89-46C7-A137-2A14A70EC6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CA44A-18DA-4EDE-B24F-C955AA91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A97E8-B3C4-440D-A356-6F55F6975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B0B87-6CB4-4544-A7A6-3AA8215B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6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62D92-BF69-4224-9739-F24F33227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C08E4-DB85-48BC-983C-E4A5B50A8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EB182-926A-4360-A757-DB8427EAB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E223F-3248-4838-9CDB-C377885FB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B15E3-2B12-4918-A084-12612A62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65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2F417-86D1-453D-B551-469F44A7F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B366F-6600-4239-8B70-54154D5C1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9C99A-3BCB-4279-840C-49ED3AF8F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FC623-FA07-4C3D-A768-433389B613B5}" type="datetimeFigureOut">
              <a:rPr lang="en-US" smtClean="0"/>
              <a:t>5/7/2020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C8976-0927-47CF-AC0C-B5468E3DD9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3B37D-368A-483F-9ADE-8474467D4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4F2A39-2FD0-425F-AA66-3B3850120C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97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B84F53-A2A4-4A0B-BD71-B6693466A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Matrixed Governance – Oil &amp; Gas CISO implemented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F5E8A0-6D9B-469A-A2BC-EAE621C80E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511" y="2178147"/>
            <a:ext cx="6160978" cy="3646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45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701B-E45D-46DA-8F5F-86C3EADE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Matrixed Governance – To Be option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8FEA7E4-B62C-4519-BDD7-17DFD1186A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909" y="2052413"/>
            <a:ext cx="6538181" cy="3897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14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05EB-F6BB-4771-9050-ED20F698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ICS OT Security Executive Level Committee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868AD-8644-4734-AE0A-50870356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CISO</a:t>
            </a:r>
          </a:p>
          <a:p>
            <a:r>
              <a:rPr lang="en-US" dirty="0"/>
              <a:t>CSO</a:t>
            </a:r>
          </a:p>
          <a:p>
            <a:r>
              <a:rPr lang="en-US" dirty="0"/>
              <a:t>CTO/VP of Technology</a:t>
            </a:r>
          </a:p>
          <a:p>
            <a:r>
              <a:rPr lang="en-US" dirty="0" err="1"/>
              <a:t>Busines</a:t>
            </a:r>
            <a:r>
              <a:rPr lang="en-US" dirty="0"/>
              <a:t> Owner/VP (e.g. VP of Pulp, VP of Solid Wood, VP of Safety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Large Mill Regional Managers</a:t>
            </a:r>
          </a:p>
          <a:p>
            <a:r>
              <a:rPr lang="en-US" dirty="0"/>
              <a:t>Selected Mill level Managers (at least one from each business vertical (e.g. solid wood vs pulp) and region (US and Canada) for representation)</a:t>
            </a:r>
          </a:p>
        </p:txBody>
      </p:sp>
    </p:spTree>
    <p:extLst>
      <p:ext uri="{BB962C8B-B14F-4D97-AF65-F5344CB8AC3E}">
        <p14:creationId xmlns:p14="http://schemas.microsoft.com/office/powerpoint/2010/main" val="428674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05EB-F6BB-4771-9050-ED20F6989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ICS OT Security Technical Level Committee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868AD-8644-4734-AE0A-508703569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Plant level Safety Manager/Engineers</a:t>
            </a:r>
          </a:p>
          <a:p>
            <a:r>
              <a:rPr lang="en-US" dirty="0"/>
              <a:t>Regional ICS OT Security Manager</a:t>
            </a:r>
          </a:p>
          <a:p>
            <a:r>
              <a:rPr lang="en-US" dirty="0"/>
              <a:t>Plant level lead ICS OT Security SME/Engineer</a:t>
            </a:r>
          </a:p>
          <a:p>
            <a:r>
              <a:rPr lang="en-US" dirty="0"/>
              <a:t>CISO</a:t>
            </a:r>
          </a:p>
          <a:p>
            <a:r>
              <a:rPr lang="en-US" dirty="0"/>
              <a:t>Lead IT Security Support SME</a:t>
            </a:r>
          </a:p>
          <a:p>
            <a:r>
              <a:rPr lang="en-US" dirty="0"/>
              <a:t>Lead Control Systems Engineers (Regional, Business Area, and Plant)</a:t>
            </a:r>
          </a:p>
          <a:p>
            <a:r>
              <a:rPr lang="en-US" dirty="0"/>
              <a:t>Quality Engineers</a:t>
            </a:r>
          </a:p>
          <a:p>
            <a:r>
              <a:rPr lang="en-US" dirty="0"/>
              <a:t>Plant level Production Engineer Leads</a:t>
            </a:r>
          </a:p>
        </p:txBody>
      </p:sp>
    </p:spTree>
    <p:extLst>
      <p:ext uri="{BB962C8B-B14F-4D97-AF65-F5344CB8AC3E}">
        <p14:creationId xmlns:p14="http://schemas.microsoft.com/office/powerpoint/2010/main" val="117633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9EEFD831863E4DAE79EC01D3A4D42C" ma:contentTypeVersion="8" ma:contentTypeDescription="Create a new document." ma:contentTypeScope="" ma:versionID="8817618681b5fbcbeaacc7b2ad948680">
  <xsd:schema xmlns:xsd="http://www.w3.org/2001/XMLSchema" xmlns:xs="http://www.w3.org/2001/XMLSchema" xmlns:p="http://schemas.microsoft.com/office/2006/metadata/properties" xmlns:ns3="86f2e35f-da5a-4491-b2bb-c257b590b003" targetNamespace="http://schemas.microsoft.com/office/2006/metadata/properties" ma:root="true" ma:fieldsID="3fcf4ced44a4fa40e1c4ffff7d951a64" ns3:_="">
    <xsd:import namespace="86f2e35f-da5a-4491-b2bb-c257b590b00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f2e35f-da5a-4491-b2bb-c257b590b0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4F91EA-F871-4350-A1F1-F633A1FBDB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f2e35f-da5a-4491-b2bb-c257b590b0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3D16D3-04DB-48A6-9E29-9B78D261DA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14D365-128C-4096-8672-AFCC330184EC}">
  <ds:schemaRefs>
    <ds:schemaRef ds:uri="86f2e35f-da5a-4491-b2bb-c257b590b00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142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Example Matrixed Governance – Oil &amp; Gas CISO implemented</vt:lpstr>
      <vt:lpstr>Example Matrixed Governance – To Be option</vt:lpstr>
      <vt:lpstr>ICS OT Security Executive Level Committee Members</vt:lpstr>
      <vt:lpstr>ICS OT Security Technical Level Committee Members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Isiah Jones</dc:creator>
  <cp:lastModifiedBy>Isiah Jones</cp:lastModifiedBy>
  <cp:revision>9</cp:revision>
  <dcterms:created xsi:type="dcterms:W3CDTF">2020-05-07T18:41:02Z</dcterms:created>
  <dcterms:modified xsi:type="dcterms:W3CDTF">2020-05-07T21:56:20Z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0x010100909EEFD831863E4DAE79EC01D3A4D42C</vt:lpwstr>
  </property>
</Properties>
</file>